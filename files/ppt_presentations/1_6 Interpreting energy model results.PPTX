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1"/>
    <p:sldMasterId id="2147483667" r:id="rId12"/>
  </p:sldMasterIdLst>
  <p:notesMasterIdLst>
    <p:notesMasterId r:id="rId17"/>
  </p:notesMasterIdLst>
  <p:handoutMasterIdLst>
    <p:handoutMasterId r:id="rId18"/>
  </p:handoutMasterIdLst>
  <p:sldIdLst>
    <p:sldId id="361" r:id="rId13"/>
    <p:sldId id="270" r:id="rId14"/>
    <p:sldId id="464" r:id="rId15"/>
    <p:sldId id="4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84BEB-D86F-394B-87A3-2654F184F9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41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84BEB-D86F-394B-87A3-2654F184F9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9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b="1" dirty="0"/>
              <a:t>The results provide insights on questions such as: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/>
              <a:t>Which technologies are phasing out? By when?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/>
              <a:t>What are the optimal investments in new technologies to meet the demand in the future? When is it best to invest?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/>
              <a:t>What are the key generation technologies in the total energy mix?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/>
              <a:t>Which capacities are NOT being utilized? Why?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dirty="0"/>
              <a:t>What costs will the energy system incur?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50439-C31B-9A40-9E9D-ED5EC7CC60E9}" type="slidenum">
              <a:rPr lang="en-US" smtClean="0"/>
              <a:t>1</a:t>
            </a:fld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Interpreting modelling results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C65D0-158D-4D98-BF19-C29FACE6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E9909-C9B1-46A7-AE47-CF433C3B5AD2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6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modelling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C48AF-3E49-47E4-BD21-D452386CF442}"/>
              </a:ext>
            </a:extLst>
          </p:cNvPr>
          <p:cNvSpPr txBox="1"/>
          <p:nvPr/>
        </p:nvSpPr>
        <p:spPr>
          <a:xfrm>
            <a:off x="838200" y="1548495"/>
            <a:ext cx="6790999" cy="45243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What needs to be done and what will be the costs to supply modern energy sources to remote areas?  </a:t>
            </a:r>
          </a:p>
          <a:p>
            <a:pPr marL="342900" indent="-3429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What if environmental regulations are made more stringent?  </a:t>
            </a:r>
          </a:p>
          <a:p>
            <a:pPr marL="342900" indent="-3429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What needs to be done to increase the share of renewable technologies? </a:t>
            </a:r>
          </a:p>
          <a:p>
            <a:pPr marL="342900" indent="-3429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Should the electricity import be allowed? </a:t>
            </a:r>
          </a:p>
          <a:p>
            <a:pPr marL="342900" indent="-3429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Should the existing nuclear facilities be closed down?</a:t>
            </a:r>
          </a:p>
          <a:p>
            <a:pPr marL="342900" indent="-342900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Can energy conservation program help in reducing cost of energy supply?</a:t>
            </a:r>
            <a:endParaRPr lang="hr-HR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07F2EA-0687-4344-B9C6-5D1EC131E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860" y="3810653"/>
            <a:ext cx="3268883" cy="21792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D38BA7-4A3A-4F51-A735-6355EEFCC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908" y="1665976"/>
            <a:ext cx="2244785" cy="207802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AF19F-82DD-4C13-B340-D12FDF2A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537F-BCA5-44A2-88E4-45E37528E06D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6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870" y="5888614"/>
            <a:ext cx="6297388" cy="37830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 dirty="0"/>
              <a:t>Year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50439-C31B-9A40-9E9D-ED5EC7CC60E9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0034" y="36581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Representative </a:t>
            </a:r>
            <a:r>
              <a:rPr lang="en-US" dirty="0" err="1"/>
              <a:t>OSeMOSYS</a:t>
            </a:r>
            <a:r>
              <a:rPr lang="en-US" dirty="0"/>
              <a:t> results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910" y="2336861"/>
            <a:ext cx="8652391" cy="35809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3873" y="2958271"/>
            <a:ext cx="461665" cy="249183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Electricity Generation (PJ)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6664" y="1682933"/>
            <a:ext cx="361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Hydro and CCGT most competitive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705600" y="2084004"/>
            <a:ext cx="660400" cy="221355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64574" y="3002890"/>
            <a:ext cx="3610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Initial capacity of COAL PP phased out at end of life</a:t>
            </a:r>
          </a:p>
        </p:txBody>
      </p:sp>
      <p:sp>
        <p:nvSpPr>
          <p:cNvPr id="14" name="Oval 13"/>
          <p:cNvSpPr/>
          <p:nvPr/>
        </p:nvSpPr>
        <p:spPr>
          <a:xfrm>
            <a:off x="2066410" y="3852420"/>
            <a:ext cx="2454791" cy="73723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759C11F-65D3-46A7-98DB-7877D1E6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E9420-B6EA-4900-8E06-96E9224EE09D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9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7470" y="5935924"/>
            <a:ext cx="6297388" cy="37830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 dirty="0"/>
              <a:t>Year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50439-C31B-9A40-9E9D-ED5EC7CC60E9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858" y="34244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Representative </a:t>
            </a:r>
            <a:r>
              <a:rPr lang="en-US" dirty="0" err="1"/>
              <a:t>OSeMOSYS</a:t>
            </a:r>
            <a:r>
              <a:rPr lang="en-US" dirty="0"/>
              <a:t> results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858" y="2311605"/>
            <a:ext cx="8692122" cy="3596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44611" y="3004053"/>
            <a:ext cx="461665" cy="249183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Electricity Generation (PJ)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3040" y="3016059"/>
            <a:ext cx="4729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More generation from COAL PP, less reliance on HYDRO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1159" y="1687731"/>
            <a:ext cx="7944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happens in a climate ‘water scarcity’ scenario?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37774" y="3714444"/>
            <a:ext cx="215900" cy="1138422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D245140-08A7-4332-82FC-B9EA3F10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00E5-4CC3-4B9C-8ED3-ABA9894EF407}" type="datetime5">
              <a:rPr lang="en-US" smtClean="0"/>
              <a:t>2-Apr-20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8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</p:bld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2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3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4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5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6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7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8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9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10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0103A532-5B2C-4425-9F2A-7F4721A16C4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E01F304E-8A23-4F3A-A522-8F0F304C2F57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C4C77668-3C09-4800-9078-32A63FDB8878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25B0A9D5-AA86-40E5-8BB9-BF6B6793A753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25A3FA23-A2B3-408D-BAC0-3974AD01A403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C617D7A1-438A-4842-B3E3-9908A6EB6D2C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2611C6C5-73A8-4088-8E8F-45AC80A93639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A3DE4E40-43A6-4881-AA8B-24AE61AEFE20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1CFCFB3A-1124-4BB9-AF75-CF97631426F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6909</TotalTime>
  <Words>211</Words>
  <Application>Microsoft Office PowerPoint</Application>
  <PresentationFormat>Widescreen</PresentationFormat>
  <Paragraphs>35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OSeMOSYS_dESA_OpTIMUS</vt:lpstr>
      <vt:lpstr>Custom Design</vt:lpstr>
      <vt:lpstr>Interpreting modelling results</vt:lpstr>
      <vt:lpstr>Interpreting modelling results</vt:lpstr>
      <vt:lpstr>Representative OSeMOSYS results</vt:lpstr>
      <vt:lpstr>Representative OSeMOSYS results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163</cp:revision>
  <dcterms:created xsi:type="dcterms:W3CDTF">2017-06-07T13:22:49Z</dcterms:created>
  <dcterms:modified xsi:type="dcterms:W3CDTF">2020-04-02T16:18:07Z</dcterms:modified>
</cp:coreProperties>
</file>